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097280"/>
            <a:ext cx="4754880" cy="4754880"/>
          </a:xfrm>
          <a:prstGeom prst="ellipse">
            <a:avLst/>
          </a:prstGeom>
          <a:solidFill>
            <a:srgbClr val="141E3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2926080" cy="2926080"/>
          </a:xfrm>
          <a:prstGeom prst="ellipse">
            <a:avLst/>
          </a:prstGeom>
          <a:solidFill>
            <a:srgbClr val="101B38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9880" y="4160520"/>
            <a:ext cx="1188720" cy="118872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5" name="Image 0" descr="/home/claude/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6301" y="4326941"/>
            <a:ext cx="855878" cy="855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MYSQL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6974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authentication, data handling, and routing in a Flask web application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3703320"/>
            <a:ext cx="1005840" cy="0"/>
          </a:xfrm>
          <a:prstGeom prst="line">
            <a:avLst/>
          </a:prstGeom>
          <a:noFill/>
          <a:ln w="38100">
            <a:solidFill>
              <a:srgbClr val="4C8D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7568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6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396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8775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971800"/>
            <a:ext cx="3054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Flask app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07568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11" name="Image 1" descr="/home/claude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13969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58775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2971800"/>
            <a:ext cx="3054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and setting up the database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07568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16" name="Image 2" descr="/home/claude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3969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58775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85632" y="2971800"/>
            <a:ext cx="3054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and login management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747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76732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21" name="Image 3" descr="/home/claude/icons/s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3133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2793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4663440"/>
            <a:ext cx="3054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and storage mechanisms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4747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376732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26" name="Image 4" descr="/home/claude/icons/moni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83133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5152" y="42793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45152" y="4663440"/>
            <a:ext cx="3054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 functionality explained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34747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85632" y="376732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31" name="Image 5" descr="/home/claude/icons/alert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3831336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85632" y="42793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85632" y="4663440"/>
            <a:ext cx="3054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and health checks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Flask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44144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6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054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5351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337560"/>
            <a:ext cx="30540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Registering, authenticating, and tracking app users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21488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44144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11" name="Image 1" descr="/home/claude/icons/s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5054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95351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Data Storage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3337560"/>
            <a:ext cx="30540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form submissions are persisted to the database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21488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44144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16" name="Image 2" descr="/home/claude/icon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50545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95351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Filling UI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85632" y="3337560"/>
            <a:ext cx="30540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page UI for entering and submitting data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29968" cy="1920240"/>
          </a:xfrm>
          <a:prstGeom prst="roundRect">
            <a:avLst>
              <a:gd name="adj" fmla="val 4286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7568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6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396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8775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97180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creation, login, and session tracking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07208" y="1783080"/>
            <a:ext cx="2029968" cy="1920240"/>
          </a:xfrm>
          <a:prstGeom prst="roundRect">
            <a:avLst>
              <a:gd name="adj" fmla="val 4286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63240" y="207568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11" name="Image 1" descr="/home/claude/icons/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13969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63240" y="258775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063240" y="297180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and storing submitted form data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65776" y="1783080"/>
            <a:ext cx="2029968" cy="1920240"/>
          </a:xfrm>
          <a:prstGeom prst="roundRect">
            <a:avLst>
              <a:gd name="adj" fmla="val 4286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21808" y="207568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16" name="Image 2" descr="/home/claude/icons/h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213969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21808" y="258775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321808" y="297180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values like age and percentages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24344" y="1783080"/>
            <a:ext cx="2029968" cy="1920240"/>
          </a:xfrm>
          <a:prstGeom prst="roundRect">
            <a:avLst>
              <a:gd name="adj" fmla="val 4286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80376" y="207568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21" name="Image 3" descr="/home/claude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213969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0376" y="258775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80376" y="297180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stored records for the logged-in user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582912" y="1783080"/>
            <a:ext cx="2029968" cy="1920240"/>
          </a:xfrm>
          <a:prstGeom prst="roundRect">
            <a:avLst>
              <a:gd name="adj" fmla="val 4286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838944" y="207568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26" name="Image 4" descr="/home/claude/icons/gitbra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2952" y="213969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38944" y="258775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838944" y="297180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Redirecting users to the right page automatically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Configuration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7568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6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396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8775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971800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model stores account info; the login manager tracks the session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07568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11" name="Image 1" descr="/home/claude/icons/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13969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58775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2971800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model stores personal details entered by the user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07568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16" name="Image 2" descr="/home/claude/icons/alert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3969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58775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85632" y="2971800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invalid username, password, or email, and confirmation mismatches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95020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21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1421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4622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4846320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werkzeug.security hashes passwords and verifies them on login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6576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395020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26" name="Image 4" descr="/home/claude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01421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5152" y="44622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45152" y="4846320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session is configured to persist for 1 hour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Data and Persistence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44144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6" name="Image 0" descr="/home/claude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054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5351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Submission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337560"/>
            <a:ext cx="30540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data from the web UI is validated, then stored in the MySQL database. A message confirms whether it saved.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214884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44144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11" name="Image 1" descr="/home/claude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5054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95351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Persistence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3337560"/>
            <a:ext cx="30540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login session stores the user session for a defined time; data is retrieved only for the logged-in user.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214884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44144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16" name="Image 2" descr="/home/claude/icons/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50545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95351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85632" y="3337560"/>
            <a:ext cx="30540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template rendering is used to display the HTML pages to the user.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7568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6" name="Image 0" descr="/home/claude/icons/navi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396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8775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Route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971800"/>
            <a:ext cx="4837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routes to the login page by default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207568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11" name="Image 1" descr="/home/claude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3969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28232" y="258775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Routes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28232" y="2971800"/>
            <a:ext cx="4837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Register, Dashboard, and displaying all data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8736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16" name="Image 2" descr="/home/claude/icons/rep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513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59943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04672" y="4983480"/>
            <a:ext cx="4837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redirects to the specified route after login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08736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21" name="Image 3" descr="/home/claude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15137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28232" y="459943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Protection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28232" y="4983480"/>
            <a:ext cx="4837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after login are protected with the @login_required decorator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44144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6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054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5351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337560"/>
            <a:ext cx="48371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data is stored in the database, then displayed on the web page with added calculations.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214884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141E3C"/>
          </a:solidFill>
          <a:ln w="12700">
            <a:solidFill>
              <a:srgbClr val="2331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2441448"/>
            <a:ext cx="457200" cy="457200"/>
          </a:xfrm>
          <a:prstGeom prst="ellipse">
            <a:avLst/>
          </a:prstGeom>
          <a:solidFill>
            <a:srgbClr val="16224A"/>
          </a:solidFill>
          <a:ln w="15875">
            <a:solidFill>
              <a:srgbClr val="4C8DFF"/>
            </a:solidFill>
            <a:prstDash val="solid"/>
          </a:ln>
        </p:spPr>
      </p:sp>
      <p:pic>
        <p:nvPicPr>
          <p:cNvPr id="11" name="Image 1" descr="/home/claude/icons/h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5054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28232" y="295351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28232" y="3337560"/>
            <a:ext cx="48371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(in days, months, and years), percentage of marks, and a masked Aadhaar card number.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754880" cy="4754880"/>
          </a:xfrm>
          <a:prstGeom prst="ellipse">
            <a:avLst/>
          </a:prstGeom>
          <a:solidFill>
            <a:srgbClr val="141E3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3291840" cy="3291840"/>
          </a:xfrm>
          <a:prstGeom prst="ellipse">
            <a:avLst/>
          </a:prstGeom>
          <a:solidFill>
            <a:srgbClr val="101B38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606040"/>
            <a:ext cx="1216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623560" y="3611880"/>
            <a:ext cx="914400" cy="0"/>
          </a:xfrm>
          <a:prstGeom prst="line">
            <a:avLst/>
          </a:prstGeom>
          <a:noFill/>
          <a:ln w="38100">
            <a:solidFill>
              <a:srgbClr val="4C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88620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187952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Koul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2026-08-19T06:34:44Z</dcterms:created>
  <dcterms:modified xsi:type="dcterms:W3CDTF">2026-08-19T06:34:44Z</dcterms:modified>
</cp:coreProperties>
</file>